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120205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Shopping Behavior — Project Overview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246463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Analysis of 3,900 purchases to reveal spending, segments, product prefs, and subscription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55763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Snapshot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455366"/>
            <a:ext cx="3053877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9531" y="2663428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69531" y="3083917"/>
            <a:ext cx="263776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3,900 rows ·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455366"/>
            <a:ext cx="3053976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2415" y="2663428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2415" y="3083917"/>
            <a:ext cx="263786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Demographics, purchase details, behavior, shipping, discounts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17988"/>
            <a:ext cx="6296860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9531" y="4426049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Missing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69531" y="4846538"/>
            <a:ext cx="588074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888728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Prep &amp; Feature Engineering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70784"/>
            <a:ext cx="2917851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Loaded with pandas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df.info() &amp; .describe()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Imputed review ratings by category median      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046833" y="3570784"/>
            <a:ext cx="2917851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Renamed to snake_case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Added age_group and   purchase_frequency_days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Dropped promo_code_used (redundant)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131491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DB Integration &amp; SQL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643485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Cleaned DataFrame loaded to PostgreSQL for structured queries and business metrics.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347442"/>
            <a:ext cx="6296860" cy="1094978"/>
          </a:xfrm>
          <a:prstGeom prst="roundRect">
            <a:avLst>
              <a:gd name="adj" fmla="val 7250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7767" y="3561854"/>
            <a:ext cx="58680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SQL?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47767" y="3982343"/>
            <a:ext cx="586804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aggregation, joins, repeatable business queries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4631432"/>
            <a:ext cx="6296860" cy="1094978"/>
          </a:xfrm>
          <a:prstGeom prst="roundRect">
            <a:avLst>
              <a:gd name="adj" fmla="val 7250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7767" y="4845844"/>
            <a:ext cx="58680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Used For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447767" y="5266333"/>
            <a:ext cx="586804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Revenue by group, discount patterns, top products, segmentation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51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21867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803029"/>
            <a:ext cx="350421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3299123"/>
            <a:ext cx="350421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Male revenue: 157,890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Female revenue: 75,191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32251" y="4003080"/>
            <a:ext cx="3504219" cy="925909"/>
          </a:xfrm>
          <a:prstGeom prst="roundRect">
            <a:avLst>
              <a:gd name="adj" fmla="val 8574"/>
            </a:avLst>
          </a:prstGeom>
          <a:solidFill>
            <a:srgbClr val="002A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25807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6499" y="4220369"/>
            <a:ext cx="27009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Male customers generated ~2x the revenue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527274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Discounts &amp; High-Spenders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25005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839 rows: customers who used discounts yet spent above average purchase amount.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28963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0177" y="3128963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Discount-Dependent Items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370177" y="3549452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items with high discount rates: Hat, Sneakers, Coat, Sweater, Pants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18806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0177" y="4418806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High-Spenders Using Discounts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370177" y="4839295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Identified list of customers maintaining high spend despite discounts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Segmentation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8276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30873"/>
            <a:ext cx="5315512" cy="287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Loyal: 3,116 customers</a:t>
            </a:r>
            <a:endParaRPr lang="en-US" sz="7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Returning: 701</a:t>
            </a:r>
            <a:endParaRPr lang="en-US" sz="7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- New: 83       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21058" y="3675162"/>
            <a:ext cx="5315512" cy="234851"/>
          </a:xfrm>
          <a:prstGeom prst="roundRect">
            <a:avLst>
              <a:gd name="adj" fmla="val 17430"/>
            </a:avLst>
          </a:prstGeom>
          <a:solidFill>
            <a:srgbClr val="002A8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749675"/>
            <a:ext cx="121738" cy="974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658" y="3744615"/>
            <a:ext cx="5511067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Focus loyalty programs on the large Loyal base to increase lifetime value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02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BI Dashboard — Key Metrics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25" y="1936948"/>
            <a:ext cx="3517812" cy="35179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842" y="1936948"/>
            <a:ext cx="3517911" cy="351799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959" y="1936948"/>
            <a:ext cx="3517911" cy="351799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61475" y="5789216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Donut: Subscribers Yes 27% / No 73 • Revenue &amp; Sales by category and age groups shown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131987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 Products &amp; Category Insights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32993"/>
            <a:ext cx="291785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 Rated Products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329087"/>
            <a:ext cx="291785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Gloves 3.86 · Sandals 3.84 · Boots 3.82 · Hat 3.80 · Skirt 3.78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4009430"/>
            <a:ext cx="291785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 Sellers by Category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4505523"/>
            <a:ext cx="2917851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Clothing: Blouse, Pants, Shirt · Footwear: Sandals, Shoes, Sneakers · Accessories: Jewelry, Sunglasses, Belt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719" y="2856607"/>
            <a:ext cx="2917851" cy="26566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16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17452"/>
            <a:ext cx="3496877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9531" y="1725513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499" y="188148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9531" y="2481560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9531" y="2902049"/>
            <a:ext cx="30807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Promote exclusive subscriber benefits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17452"/>
            <a:ext cx="3496877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55416" y="1725513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384" y="188148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5416" y="2481560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55416" y="2902049"/>
            <a:ext cx="30807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Reward repeat buyers to increase loyalty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17452"/>
            <a:ext cx="3496877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1300" y="1725513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7268" y="1881485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1300" y="2481560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Review Discounts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41300" y="2902049"/>
            <a:ext cx="30807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Balance sales uplift with margin control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3790454"/>
            <a:ext cx="5339820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9531" y="3998516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499" y="4154488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9531" y="4754563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69531" y="5175052"/>
            <a:ext cx="492370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Highlight top-rated &amp; best-selling items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3790454"/>
            <a:ext cx="5339820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98358" y="3998516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4326" y="4154488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98358" y="4754563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98358" y="5175052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Focus on high-revenue age groups &amp; express-shipping users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56682" y="6087070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steps: prioritize subscription growth and optimized discount strategy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2026-09-20T15:48:51Z</dcterms:created>
  <dcterms:modified xsi:type="dcterms:W3CDTF">2026-09-20T15:48:51Z</dcterms:modified>
</cp:coreProperties>
</file>